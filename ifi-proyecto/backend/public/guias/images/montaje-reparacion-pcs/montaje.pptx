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4" r:id="rId13"/>
    <p:sldId id="266" r:id="rId14"/>
    <p:sldId id="267" r:id="rId15"/>
    <p:sldId id="268" r:id="rId16"/>
    <p:sldId id="269" r:id="rId17"/>
  </p:sldIdLst>
  <p:sldSz cx="18288000" cy="10287000"/>
  <p:notesSz cx="6858000" cy="9144000"/>
  <p:embeddedFontLst>
    <p:embeddedFont>
      <p:font typeface="Courier Prime" panose="020B0604020202020204" charset="0"/>
      <p:regular r:id="rId18"/>
    </p:embeddedFont>
    <p:embeddedFont>
      <p:font typeface="Courier Prime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E5431-43B1-B586-7A7B-6CEFF735E53C}" v="50" dt="2026-05-07T06:22:22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2537186" y="2704575"/>
            <a:ext cx="10718760" cy="263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Montaje</a:t>
            </a:r>
            <a:r>
              <a:rPr lang="en-US" sz="912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un PC {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5791" y="7091193"/>
            <a:ext cx="2471972" cy="160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912" y="5800393"/>
            <a:ext cx="1074718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365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&lt;Tutorial/&gt;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62002" y="-102870"/>
            <a:ext cx="4230823" cy="10389870"/>
            <a:chOff x="0" y="0"/>
            <a:chExt cx="1543416" cy="3790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43416" cy="3790253"/>
            </a:xfrm>
            <a:custGeom>
              <a:avLst/>
              <a:gdLst/>
              <a:ahLst/>
              <a:cxnLst/>
              <a:rect l="l" t="t" r="r" b="b"/>
              <a:pathLst>
                <a:path w="1543416" h="3790253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9" name="AutoShape 9"/>
          <p:cNvSpPr/>
          <p:nvPr/>
        </p:nvSpPr>
        <p:spPr>
          <a:xfrm>
            <a:off x="14666595" y="9210675"/>
            <a:ext cx="1539000" cy="0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diamond" w="lg" len="lg"/>
            <a:tailEnd type="arrow" w="med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051094" y="4272915"/>
            <a:ext cx="5179073" cy="176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Componentes Necesarios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310" y="1562114"/>
            <a:ext cx="5321958" cy="748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Placa base </a:t>
            </a:r>
          </a:p>
          <a:p>
            <a:pPr marL="647700" lvl="1" indent="-323850" algn="l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Procesador </a:t>
            </a:r>
          </a:p>
          <a:p>
            <a:pPr marL="647700" lvl="1" indent="-323850" algn="l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Memoria RAM </a:t>
            </a:r>
          </a:p>
          <a:p>
            <a:pPr marL="647700" lvl="1" indent="-323850" algn="l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Tarjeta gráfica </a:t>
            </a:r>
          </a:p>
          <a:p>
            <a:pPr marL="647700" lvl="1" indent="-323850" algn="l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Almacenamiento SSD</a:t>
            </a:r>
          </a:p>
          <a:p>
            <a:pPr marL="647700" lvl="1" indent="-323850" algn="l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Fuente de alimentación</a:t>
            </a:r>
          </a:p>
          <a:p>
            <a:pPr marL="647700" lvl="1" indent="-323850" algn="l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Torre o caja ATX</a:t>
            </a:r>
          </a:p>
          <a:p>
            <a:pPr marL="647700" lvl="1" indent="-323850" algn="l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Sistema de refrigeración </a:t>
            </a:r>
          </a:p>
          <a:p>
            <a:pPr marL="647700" lvl="1" indent="-323850" algn="l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Sistema operativo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578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56188" y="1850317"/>
            <a:ext cx="763652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Herramientas Necesarias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0111" y="3028750"/>
            <a:ext cx="6988679" cy="1637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Destornillador de estrella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Pulsera antiestática 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Pasta térmica </a:t>
            </a:r>
          </a:p>
          <a:p>
            <a:pPr marL="518160" lvl="1" indent="-259080" algn="l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Pinzas</a:t>
            </a:r>
          </a:p>
        </p:txBody>
      </p:sp>
      <p:sp>
        <p:nvSpPr>
          <p:cNvPr id="7" name="AutoShape 7"/>
          <p:cNvSpPr/>
          <p:nvPr/>
        </p:nvSpPr>
        <p:spPr>
          <a:xfrm>
            <a:off x="10050779" y="-121836"/>
            <a:ext cx="0" cy="7985953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856188" y="5464102"/>
            <a:ext cx="7636525" cy="115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Preparación del Área de Trabajo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0111" y="7266232"/>
            <a:ext cx="6988679" cy="1637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264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Mesa limpia y bien iluminada</a:t>
            </a:r>
          </a:p>
          <a:p>
            <a:pPr marL="518160" lvl="1" indent="-259080" algn="l">
              <a:lnSpc>
                <a:spcPts val="3264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Superficie antiestática o de madera</a:t>
            </a:r>
          </a:p>
          <a:p>
            <a:pPr marL="518160" lvl="1" indent="-259080" algn="l">
              <a:lnSpc>
                <a:spcPts val="3264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Todos los componentes listos y organizados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600025" y="1831267"/>
            <a:ext cx="6308193" cy="6170787"/>
          </a:xfrm>
          <a:custGeom>
            <a:avLst/>
            <a:gdLst/>
            <a:ahLst/>
            <a:cxnLst/>
            <a:rect l="l" t="t" r="r" b="b"/>
            <a:pathLst>
              <a:path w="6308193" h="6170787">
                <a:moveTo>
                  <a:pt x="0" y="0"/>
                </a:moveTo>
                <a:lnTo>
                  <a:pt x="6308193" y="0"/>
                </a:lnTo>
                <a:lnTo>
                  <a:pt x="6308193" y="6170786"/>
                </a:lnTo>
                <a:lnTo>
                  <a:pt x="0" y="6170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50535"/>
            <a:ext cx="9645542" cy="5781935"/>
            <a:chOff x="0" y="0"/>
            <a:chExt cx="3518720" cy="21092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8720" cy="2109265"/>
            </a:xfrm>
            <a:custGeom>
              <a:avLst/>
              <a:gdLst/>
              <a:ahLst/>
              <a:cxnLst/>
              <a:rect l="l" t="t" r="r" b="b"/>
              <a:pathLst>
                <a:path w="3518720" h="2109265">
                  <a:moveTo>
                    <a:pt x="0" y="0"/>
                  </a:moveTo>
                  <a:lnTo>
                    <a:pt x="3518720" y="0"/>
                  </a:lnTo>
                  <a:lnTo>
                    <a:pt x="3518720" y="2109265"/>
                  </a:lnTo>
                  <a:lnTo>
                    <a:pt x="0" y="2109265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AutoShape 4"/>
          <p:cNvSpPr/>
          <p:nvPr/>
        </p:nvSpPr>
        <p:spPr>
          <a:xfrm flipH="1">
            <a:off x="1028700" y="2550535"/>
            <a:ext cx="38100" cy="5781935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11409779" y="2550535"/>
            <a:ext cx="5849521" cy="5825403"/>
          </a:xfrm>
          <a:custGeom>
            <a:avLst/>
            <a:gdLst/>
            <a:ahLst/>
            <a:cxnLst/>
            <a:rect l="l" t="t" r="r" b="b"/>
            <a:pathLst>
              <a:path w="5849521" h="5825403">
                <a:moveTo>
                  <a:pt x="0" y="0"/>
                </a:moveTo>
                <a:lnTo>
                  <a:pt x="5849521" y="0"/>
                </a:lnTo>
                <a:lnTo>
                  <a:pt x="5849521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42" r="-35532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1257300" y="1495012"/>
            <a:ext cx="9607442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Instalación del Procesador {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9176" y="7250544"/>
            <a:ext cx="8524589" cy="739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Consejo:</a:t>
            </a: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No toques los pines ni la parte inferior del procesador. Son muy sensibles.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9176" y="3100804"/>
            <a:ext cx="8524589" cy="3997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Retira con cuidado la placa base de su bolsa antiestática y colócala sobre su caja.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Levanta la palanca del socket (LGA o AM4/AM5, según el procesador).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Alinea las marcas doradas del procesador (esquina o pines) con las del socket.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Coloca el procesador sin forzarlo; debe encajar suavemente.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Baja la palanca con firmeza para fijarlo.</a:t>
            </a: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57135" y="897636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550575"/>
            <a:ext cx="9645542" cy="6707433"/>
            <a:chOff x="0" y="0"/>
            <a:chExt cx="3518720" cy="2446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8720" cy="2446890"/>
            </a:xfrm>
            <a:custGeom>
              <a:avLst/>
              <a:gdLst/>
              <a:ahLst/>
              <a:cxnLst/>
              <a:rect l="l" t="t" r="r" b="b"/>
              <a:pathLst>
                <a:path w="3518720" h="2446890">
                  <a:moveTo>
                    <a:pt x="0" y="0"/>
                  </a:moveTo>
                  <a:lnTo>
                    <a:pt x="3518720" y="0"/>
                  </a:lnTo>
                  <a:lnTo>
                    <a:pt x="3518720" y="2446890"/>
                  </a:lnTo>
                  <a:lnTo>
                    <a:pt x="0" y="2446890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AutoShape 4"/>
          <p:cNvSpPr/>
          <p:nvPr/>
        </p:nvSpPr>
        <p:spPr>
          <a:xfrm flipH="1">
            <a:off x="1028700" y="2550575"/>
            <a:ext cx="38100" cy="6707433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12359895" y="476200"/>
            <a:ext cx="4518533" cy="3172073"/>
          </a:xfrm>
          <a:custGeom>
            <a:avLst/>
            <a:gdLst/>
            <a:ahLst/>
            <a:cxnLst/>
            <a:rect l="l" t="t" r="r" b="b"/>
            <a:pathLst>
              <a:path w="4518533" h="3172073">
                <a:moveTo>
                  <a:pt x="0" y="0"/>
                </a:moveTo>
                <a:lnTo>
                  <a:pt x="4518532" y="0"/>
                </a:lnTo>
                <a:lnTo>
                  <a:pt x="4518532" y="3172073"/>
                </a:lnTo>
                <a:lnTo>
                  <a:pt x="0" y="3172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370" r="-46351" b="-11611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2330105" y="3938716"/>
            <a:ext cx="4508769" cy="3172073"/>
          </a:xfrm>
          <a:custGeom>
            <a:avLst/>
            <a:gdLst/>
            <a:ahLst/>
            <a:cxnLst/>
            <a:rect l="l" t="t" r="r" b="b"/>
            <a:pathLst>
              <a:path w="4508769" h="3172073">
                <a:moveTo>
                  <a:pt x="0" y="0"/>
                </a:moveTo>
                <a:lnTo>
                  <a:pt x="4508769" y="0"/>
                </a:lnTo>
                <a:lnTo>
                  <a:pt x="4508769" y="3172073"/>
                </a:lnTo>
                <a:lnTo>
                  <a:pt x="0" y="3172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30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2330105" y="7401232"/>
            <a:ext cx="4578113" cy="2286599"/>
          </a:xfrm>
          <a:custGeom>
            <a:avLst/>
            <a:gdLst/>
            <a:ahLst/>
            <a:cxnLst/>
            <a:rect l="l" t="t" r="r" b="b"/>
            <a:pathLst>
              <a:path w="4578113" h="2286599">
                <a:moveTo>
                  <a:pt x="0" y="0"/>
                </a:moveTo>
                <a:lnTo>
                  <a:pt x="4578113" y="0"/>
                </a:lnTo>
                <a:lnTo>
                  <a:pt x="4578113" y="2286600"/>
                </a:lnTo>
                <a:lnTo>
                  <a:pt x="0" y="2286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9915" r="-31032" b="-44873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Box 8"/>
          <p:cNvSpPr txBox="1"/>
          <p:nvPr/>
        </p:nvSpPr>
        <p:spPr>
          <a:xfrm>
            <a:off x="1066800" y="1047750"/>
            <a:ext cx="12291014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sz="3900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Instalación de la Refrigeración {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9176" y="8165056"/>
            <a:ext cx="8524589" cy="739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Consejo:</a:t>
            </a: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No apliques demasiada pasta térmica. Puede tener el efecto contrario.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9176" y="3100804"/>
            <a:ext cx="8708756" cy="544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Coloca un pequeño punto de pasta térmica encima del procesador</a:t>
            </a: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Coloca el disipador encima del procesador, alineando los anclajes.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Atornilla en cruz para repartir la presión.</a:t>
            </a: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Conecta el ventilador del disipador al conector CPU_FAN de la placa.</a:t>
            </a: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908218" y="9277059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13758" y="3323807"/>
            <a:ext cx="9645542" cy="4545494"/>
            <a:chOff x="0" y="0"/>
            <a:chExt cx="3518720" cy="1658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8720" cy="1658209"/>
            </a:xfrm>
            <a:custGeom>
              <a:avLst/>
              <a:gdLst/>
              <a:ahLst/>
              <a:cxnLst/>
              <a:rect l="l" t="t" r="r" b="b"/>
              <a:pathLst>
                <a:path w="3518720" h="1658209">
                  <a:moveTo>
                    <a:pt x="0" y="0"/>
                  </a:moveTo>
                  <a:lnTo>
                    <a:pt x="3518720" y="0"/>
                  </a:lnTo>
                  <a:lnTo>
                    <a:pt x="3518720" y="1658209"/>
                  </a:lnTo>
                  <a:lnTo>
                    <a:pt x="0" y="1658209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AutoShape 4"/>
          <p:cNvSpPr/>
          <p:nvPr/>
        </p:nvSpPr>
        <p:spPr>
          <a:xfrm flipH="1">
            <a:off x="7613758" y="3323807"/>
            <a:ext cx="38100" cy="4545494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925750" y="3541843"/>
            <a:ext cx="6164135" cy="4109423"/>
          </a:xfrm>
          <a:custGeom>
            <a:avLst/>
            <a:gdLst/>
            <a:ahLst/>
            <a:cxnLst/>
            <a:rect l="l" t="t" r="r" b="b"/>
            <a:pathLst>
              <a:path w="6164135" h="4109423">
                <a:moveTo>
                  <a:pt x="0" y="0"/>
                </a:moveTo>
                <a:lnTo>
                  <a:pt x="6164135" y="0"/>
                </a:lnTo>
                <a:lnTo>
                  <a:pt x="6164135" y="4109423"/>
                </a:lnTo>
                <a:lnTo>
                  <a:pt x="0" y="4109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2103969" y="1652869"/>
            <a:ext cx="14080062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Colocación de los Módulos de Memoria RAM {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74234" y="6253258"/>
            <a:ext cx="8524589" cy="1101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Consejo:</a:t>
            </a: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Asegúrate de que los módulos estén totalmente encajados; si no, el PC no encenderá.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74234" y="3979831"/>
            <a:ext cx="8524589" cy="218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Localiza los slots de RAM en la placa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Abre las pestañas de los slots.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Alinea la muesca del módulo con la ranura.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Presiona firmemente hasta que haga "clic" en ambos lados.</a:t>
            </a: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57135" y="897636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1666" y="1028700"/>
            <a:ext cx="6456775" cy="5296978"/>
          </a:xfrm>
          <a:custGeom>
            <a:avLst/>
            <a:gdLst/>
            <a:ahLst/>
            <a:cxnLst/>
            <a:rect l="l" t="t" r="r" b="b"/>
            <a:pathLst>
              <a:path w="6456775" h="5296978">
                <a:moveTo>
                  <a:pt x="0" y="0"/>
                </a:moveTo>
                <a:lnTo>
                  <a:pt x="6456776" y="0"/>
                </a:lnTo>
                <a:lnTo>
                  <a:pt x="6456776" y="5296978"/>
                </a:lnTo>
                <a:lnTo>
                  <a:pt x="0" y="5296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188" t="-3476" r="-19107" b="-9437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844533" y="6517430"/>
            <a:ext cx="6551041" cy="2740870"/>
          </a:xfrm>
          <a:custGeom>
            <a:avLst/>
            <a:gdLst/>
            <a:ahLst/>
            <a:cxnLst/>
            <a:rect l="l" t="t" r="r" b="b"/>
            <a:pathLst>
              <a:path w="6551041" h="2740870">
                <a:moveTo>
                  <a:pt x="0" y="0"/>
                </a:moveTo>
                <a:lnTo>
                  <a:pt x="6551042" y="0"/>
                </a:lnTo>
                <a:lnTo>
                  <a:pt x="6551042" y="2740870"/>
                </a:lnTo>
                <a:lnTo>
                  <a:pt x="0" y="2740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687" b="-39654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7959111" y="1313725"/>
            <a:ext cx="9170354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Colocación de la Placa Base {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78534" y="2712367"/>
            <a:ext cx="8586833" cy="5893420"/>
            <a:chOff x="0" y="0"/>
            <a:chExt cx="11449111" cy="7857894"/>
          </a:xfrm>
        </p:grpSpPr>
        <p:grpSp>
          <p:nvGrpSpPr>
            <p:cNvPr id="6" name="Group 6"/>
            <p:cNvGrpSpPr/>
            <p:nvPr/>
          </p:nvGrpSpPr>
          <p:grpSpPr>
            <a:xfrm>
              <a:off x="50799" y="328"/>
              <a:ext cx="11398312" cy="7857237"/>
              <a:chOff x="0" y="0"/>
              <a:chExt cx="3118601" cy="214975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118601" cy="2149756"/>
              </a:xfrm>
              <a:custGeom>
                <a:avLst/>
                <a:gdLst/>
                <a:ahLst/>
                <a:cxnLst/>
                <a:rect l="l" t="t" r="r" b="b"/>
                <a:pathLst>
                  <a:path w="3118601" h="2149756">
                    <a:moveTo>
                      <a:pt x="0" y="0"/>
                    </a:moveTo>
                    <a:lnTo>
                      <a:pt x="3118601" y="0"/>
                    </a:lnTo>
                    <a:lnTo>
                      <a:pt x="3118601" y="2149756"/>
                    </a:lnTo>
                    <a:lnTo>
                      <a:pt x="0" y="2149756"/>
                    </a:lnTo>
                    <a:close/>
                  </a:path>
                </a:pathLst>
              </a:custGeom>
              <a:solidFill>
                <a:srgbClr val="2D2D35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8" name="AutoShape 8"/>
            <p:cNvSpPr/>
            <p:nvPr/>
          </p:nvSpPr>
          <p:spPr>
            <a:xfrm flipH="1">
              <a:off x="50799" y="328"/>
              <a:ext cx="50800" cy="7857237"/>
            </a:xfrm>
            <a:prstGeom prst="line">
              <a:avLst/>
            </a:prstGeom>
            <a:ln w="101600" cap="flat">
              <a:solidFill>
                <a:srgbClr val="73737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9211" y="5425178"/>
              <a:ext cx="9600073" cy="1462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4"/>
                </a:lnSpc>
              </a:pPr>
              <a:r>
                <a:rPr lang="en-US" sz="2400" b="1">
                  <a:solidFill>
                    <a:srgbClr val="FF914D"/>
                  </a:solidFill>
                  <a:latin typeface="Courier Prime Bold"/>
                  <a:ea typeface="Courier Prime Bold"/>
                  <a:cs typeface="Courier Prime Bold"/>
                  <a:sym typeface="Courier Prime Bold"/>
                </a:rPr>
                <a:t>Consejo:</a:t>
              </a:r>
              <a:r>
                <a:rPr lang="en-US" sz="2400">
                  <a:solidFill>
                    <a:srgbClr val="FF914D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 </a:t>
              </a:r>
              <a:r>
                <a:rPr lang="en-US" sz="2400">
                  <a:solidFill>
                    <a:srgbClr val="FFFFFF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Nunca montes la placa sin separadores metálicos, podrías provocar un cortocircuito.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1102" y="929262"/>
              <a:ext cx="10068183" cy="38757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2904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Alinea los agujeros de la placa con los separadores metálicos (standoffs).</a:t>
              </a:r>
            </a:p>
            <a:p>
              <a:pPr marL="518160" lvl="1" indent="-259080" algn="l">
                <a:lnSpc>
                  <a:spcPts val="2904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Usa los tornillos incluidos para fijarla. No aprietes demasiado.</a:t>
              </a:r>
            </a:p>
            <a:p>
              <a:pPr marL="518160" lvl="1" indent="-259080" algn="l">
                <a:lnSpc>
                  <a:spcPts val="2904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Asegúrate de que los conectores USB, audio, HDMI, etc., queden bien alineados con la torre</a:t>
              </a:r>
            </a:p>
            <a:p>
              <a:pPr algn="l">
                <a:lnSpc>
                  <a:spcPts val="2904"/>
                </a:lnSpc>
              </a:pPr>
              <a:endPara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557135" y="897636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195959"/>
            <a:ext cx="9645542" cy="2598034"/>
            <a:chOff x="0" y="0"/>
            <a:chExt cx="3518720" cy="9477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8720" cy="947770"/>
            </a:xfrm>
            <a:custGeom>
              <a:avLst/>
              <a:gdLst/>
              <a:ahLst/>
              <a:cxnLst/>
              <a:rect l="l" t="t" r="r" b="b"/>
              <a:pathLst>
                <a:path w="3518720" h="94777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5312033"/>
            <a:ext cx="9645542" cy="2598034"/>
            <a:chOff x="0" y="0"/>
            <a:chExt cx="3518720" cy="9477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18720" cy="947770"/>
            </a:xfrm>
            <a:custGeom>
              <a:avLst/>
              <a:gdLst/>
              <a:ahLst/>
              <a:cxnLst/>
              <a:rect l="l" t="t" r="r" b="b"/>
              <a:pathLst>
                <a:path w="3518720" h="94777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066800" y="2224534"/>
            <a:ext cx="0" cy="2598034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7" name="AutoShape 7"/>
          <p:cNvSpPr/>
          <p:nvPr/>
        </p:nvSpPr>
        <p:spPr>
          <a:xfrm>
            <a:off x="1066800" y="5340608"/>
            <a:ext cx="0" cy="2598034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8" name="Freeform 8"/>
          <p:cNvSpPr/>
          <p:nvPr/>
        </p:nvSpPr>
        <p:spPr>
          <a:xfrm>
            <a:off x="11762268" y="1835558"/>
            <a:ext cx="5145950" cy="3018529"/>
          </a:xfrm>
          <a:custGeom>
            <a:avLst/>
            <a:gdLst/>
            <a:ahLst/>
            <a:cxnLst/>
            <a:rect l="l" t="t" r="r" b="b"/>
            <a:pathLst>
              <a:path w="5145950" h="3018529">
                <a:moveTo>
                  <a:pt x="0" y="0"/>
                </a:moveTo>
                <a:lnTo>
                  <a:pt x="5145950" y="0"/>
                </a:lnTo>
                <a:lnTo>
                  <a:pt x="5145950" y="3018530"/>
                </a:lnTo>
                <a:lnTo>
                  <a:pt x="0" y="3018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984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11762268" y="5312058"/>
            <a:ext cx="5145950" cy="3018529"/>
          </a:xfrm>
          <a:custGeom>
            <a:avLst/>
            <a:gdLst/>
            <a:ahLst/>
            <a:cxnLst/>
            <a:rect l="l" t="t" r="r" b="b"/>
            <a:pathLst>
              <a:path w="5145950" h="3018529">
                <a:moveTo>
                  <a:pt x="0" y="0"/>
                </a:moveTo>
                <a:lnTo>
                  <a:pt x="5145950" y="0"/>
                </a:lnTo>
                <a:lnTo>
                  <a:pt x="5145950" y="3018529"/>
                </a:lnTo>
                <a:lnTo>
                  <a:pt x="0" y="3018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51" r="-7251" b="-9801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1509030" y="2467895"/>
            <a:ext cx="8524589" cy="37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Para SSD M.2: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9030" y="5583969"/>
            <a:ext cx="8524589" cy="37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Para SSD/HDD SATA: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89176" y="3002840"/>
            <a:ext cx="8524589" cy="146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Localiza el slot M.2 en la placa base.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Inserta el SSD en un ángulo de 30° y presiona hacia abajo.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Atornilla para fijar.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7782" y="6123846"/>
            <a:ext cx="8524589" cy="146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Colócalo en una bandeja de 2.5"/3.5".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Fíjalo con tornillos.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Conecta cable SATA a la placa y cable de alimentación desde la fuente.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4900" y="1047750"/>
            <a:ext cx="9170354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Instalación del SSD/HDD {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4900" y="9055218"/>
            <a:ext cx="9246459" cy="739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Consejo:</a:t>
            </a: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SSD M.2 siendo atornillado, o disco SATA conectado.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4606" y="2540174"/>
            <a:ext cx="8586833" cy="6718126"/>
            <a:chOff x="0" y="0"/>
            <a:chExt cx="11449111" cy="8957501"/>
          </a:xfrm>
        </p:grpSpPr>
        <p:grpSp>
          <p:nvGrpSpPr>
            <p:cNvPr id="3" name="Group 3"/>
            <p:cNvGrpSpPr/>
            <p:nvPr/>
          </p:nvGrpSpPr>
          <p:grpSpPr>
            <a:xfrm>
              <a:off x="50799" y="288"/>
              <a:ext cx="11398312" cy="8956925"/>
              <a:chOff x="0" y="0"/>
              <a:chExt cx="3118601" cy="24506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118601" cy="2450633"/>
              </a:xfrm>
              <a:custGeom>
                <a:avLst/>
                <a:gdLst/>
                <a:ahLst/>
                <a:cxnLst/>
                <a:rect l="l" t="t" r="r" b="b"/>
                <a:pathLst>
                  <a:path w="3118601" h="2450633">
                    <a:moveTo>
                      <a:pt x="0" y="0"/>
                    </a:moveTo>
                    <a:lnTo>
                      <a:pt x="3118601" y="0"/>
                    </a:lnTo>
                    <a:lnTo>
                      <a:pt x="3118601" y="2450633"/>
                    </a:lnTo>
                    <a:lnTo>
                      <a:pt x="0" y="2450633"/>
                    </a:lnTo>
                    <a:close/>
                  </a:path>
                </a:pathLst>
              </a:custGeom>
              <a:solidFill>
                <a:srgbClr val="2D2D35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5" name="AutoShape 5"/>
            <p:cNvSpPr/>
            <p:nvPr/>
          </p:nvSpPr>
          <p:spPr>
            <a:xfrm flipH="1">
              <a:off x="50799" y="288"/>
              <a:ext cx="50800" cy="8956925"/>
            </a:xfrm>
            <a:prstGeom prst="line">
              <a:avLst/>
            </a:prstGeom>
            <a:ln w="101600" cap="flat">
              <a:solidFill>
                <a:srgbClr val="73737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47996" y="7855458"/>
            <a:ext cx="7200055" cy="1101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Consejo:</a:t>
            </a: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Nunca montes la placa sin separadores metálicos, podrías provocar un cortocircuito.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2454" y="2989950"/>
            <a:ext cx="7551137" cy="508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Coloca la torre en posición horizontal.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 tu fuente es modular, selecciona y conecta los cables necesarios (24 pines, 8 pines CPU, PCIe, SATA, etc.).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Inserta la PSU desde la parte trasera, con el ventilador hacia abajo si hay rejilla inferior.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Atornilla a la caja con los tornillos incluidos.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Asegúrate de que el interruptor esté apagado antes de conectarla más adelante.</a:t>
            </a:r>
          </a:p>
          <a:p>
            <a:pPr algn="l">
              <a:lnSpc>
                <a:spcPts val="290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1245968" y="1460712"/>
            <a:ext cx="5311167" cy="4172248"/>
          </a:xfrm>
          <a:custGeom>
            <a:avLst/>
            <a:gdLst/>
            <a:ahLst/>
            <a:cxnLst/>
            <a:rect l="l" t="t" r="r" b="b"/>
            <a:pathLst>
              <a:path w="5311167" h="4172248">
                <a:moveTo>
                  <a:pt x="0" y="0"/>
                </a:moveTo>
                <a:lnTo>
                  <a:pt x="5311167" y="0"/>
                </a:lnTo>
                <a:lnTo>
                  <a:pt x="5311167" y="4172248"/>
                </a:lnTo>
                <a:lnTo>
                  <a:pt x="0" y="4172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13" r="-30895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11245968" y="5852035"/>
            <a:ext cx="5311167" cy="2974254"/>
          </a:xfrm>
          <a:custGeom>
            <a:avLst/>
            <a:gdLst/>
            <a:ahLst/>
            <a:cxnLst/>
            <a:rect l="l" t="t" r="r" b="b"/>
            <a:pathLst>
              <a:path w="5311167" h="2974254">
                <a:moveTo>
                  <a:pt x="0" y="0"/>
                </a:moveTo>
                <a:lnTo>
                  <a:pt x="5311167" y="0"/>
                </a:lnTo>
                <a:lnTo>
                  <a:pt x="5311167" y="2974253"/>
                </a:lnTo>
                <a:lnTo>
                  <a:pt x="0" y="2974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1611718" y="1047750"/>
            <a:ext cx="9170354" cy="115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Instalación de la Fuente de Alimentación {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57135" y="897636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10123916" y="1277152"/>
            <a:ext cx="7293744" cy="3657281"/>
          </a:xfrm>
          <a:custGeom>
            <a:avLst/>
            <a:gdLst/>
            <a:ahLst/>
            <a:cxnLst/>
            <a:rect l="l" t="t" r="r" b="b"/>
            <a:pathLst>
              <a:path w="7293744" h="3657281">
                <a:moveTo>
                  <a:pt x="0" y="0"/>
                </a:moveTo>
                <a:lnTo>
                  <a:pt x="7293743" y="0"/>
                </a:lnTo>
                <a:lnTo>
                  <a:pt x="7293743" y="3657281"/>
                </a:lnTo>
                <a:lnTo>
                  <a:pt x="0" y="3657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602" b="-33091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5" name="Freeform 5"/>
          <p:cNvSpPr/>
          <p:nvPr/>
        </p:nvSpPr>
        <p:spPr>
          <a:xfrm>
            <a:off x="10123916" y="5527832"/>
            <a:ext cx="7354747" cy="3482016"/>
          </a:xfrm>
          <a:custGeom>
            <a:avLst/>
            <a:gdLst/>
            <a:ahLst/>
            <a:cxnLst/>
            <a:rect l="l" t="t" r="r" b="b"/>
            <a:pathLst>
              <a:path w="7354747" h="3482016">
                <a:moveTo>
                  <a:pt x="0" y="0"/>
                </a:moveTo>
                <a:lnTo>
                  <a:pt x="7354746" y="0"/>
                </a:lnTo>
                <a:lnTo>
                  <a:pt x="7354746" y="3482016"/>
                </a:lnTo>
                <a:lnTo>
                  <a:pt x="0" y="3482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911" b="-18902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1246291" y="2923413"/>
            <a:ext cx="6648262" cy="573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264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Retira las tapas de expansión traseras del chasis (normalmente 2).</a:t>
            </a:r>
          </a:p>
          <a:p>
            <a:pPr marL="518160" lvl="1" indent="-259080" algn="l">
              <a:lnSpc>
                <a:spcPts val="3264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Inserta la GPU en la ranura PCIe x16, empujando firmemente hasta que encaje.</a:t>
            </a:r>
          </a:p>
          <a:p>
            <a:pPr marL="518160" lvl="1" indent="-259080" algn="l">
              <a:lnSpc>
                <a:spcPts val="3264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Atornilla la GPU al chasis para fijarla.</a:t>
            </a:r>
          </a:p>
          <a:p>
            <a:pPr marL="518160" lvl="1" indent="-259080" algn="l">
              <a:lnSpc>
                <a:spcPts val="3264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Conecta uno o más cables PCIe de la fuente (6, 8 o 2x8 pines, según modelo).</a:t>
            </a:r>
          </a:p>
          <a:p>
            <a:pPr algn="l">
              <a:lnSpc>
                <a:spcPts val="326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326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326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097078" y="9397746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0111" y="1047750"/>
            <a:ext cx="7486544" cy="115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Instalación de la Tarjeta Gráfica {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0111" y="8276844"/>
            <a:ext cx="6799673" cy="1101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 b="1">
                <a:solidFill>
                  <a:srgbClr val="FF914D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Consejo:</a:t>
            </a: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Algunas gráficas grandes pueden necesitar soporte adicional para evitar que se doblen.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0262" y="1885375"/>
            <a:ext cx="6732308" cy="3705584"/>
          </a:xfrm>
          <a:custGeom>
            <a:avLst/>
            <a:gdLst/>
            <a:ahLst/>
            <a:cxnLst/>
            <a:rect l="l" t="t" r="r" b="b"/>
            <a:pathLst>
              <a:path w="6732308" h="3705584">
                <a:moveTo>
                  <a:pt x="0" y="0"/>
                </a:moveTo>
                <a:lnTo>
                  <a:pt x="6732308" y="0"/>
                </a:lnTo>
                <a:lnTo>
                  <a:pt x="6732308" y="3705584"/>
                </a:lnTo>
                <a:lnTo>
                  <a:pt x="0" y="370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1" t="-201" r="-2401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4237369" y="5815042"/>
            <a:ext cx="3905202" cy="3133115"/>
          </a:xfrm>
          <a:custGeom>
            <a:avLst/>
            <a:gdLst/>
            <a:ahLst/>
            <a:cxnLst/>
            <a:rect l="l" t="t" r="r" b="b"/>
            <a:pathLst>
              <a:path w="3905202" h="3133115">
                <a:moveTo>
                  <a:pt x="0" y="0"/>
                </a:moveTo>
                <a:lnTo>
                  <a:pt x="3905201" y="0"/>
                </a:lnTo>
                <a:lnTo>
                  <a:pt x="3905201" y="3133114"/>
                </a:lnTo>
                <a:lnTo>
                  <a:pt x="0" y="3133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891" t="-54444" r="-27089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4" name="Freeform 4"/>
          <p:cNvSpPr/>
          <p:nvPr/>
        </p:nvSpPr>
        <p:spPr>
          <a:xfrm>
            <a:off x="1410262" y="5914057"/>
            <a:ext cx="2435246" cy="3043253"/>
          </a:xfrm>
          <a:custGeom>
            <a:avLst/>
            <a:gdLst/>
            <a:ahLst/>
            <a:cxnLst/>
            <a:rect l="l" t="t" r="r" b="b"/>
            <a:pathLst>
              <a:path w="2435246" h="3043253">
                <a:moveTo>
                  <a:pt x="0" y="0"/>
                </a:moveTo>
                <a:lnTo>
                  <a:pt x="2435246" y="0"/>
                </a:lnTo>
                <a:lnTo>
                  <a:pt x="2435246" y="3043253"/>
                </a:lnTo>
                <a:lnTo>
                  <a:pt x="0" y="3043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168" t="-17889" r="-30874" b="-7000"/>
            </a:stretch>
          </a:blipFill>
          <a:ln w="76200" cap="rnd">
            <a:solidFill>
              <a:srgbClr val="2D2D35"/>
            </a:solidFill>
            <a:prstDash val="solid"/>
            <a:round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1546586" y="1047750"/>
            <a:ext cx="7597414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Conexión de los Cables {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46016" y="2084314"/>
            <a:ext cx="6465168" cy="3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600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Desde la fuente de alimentación: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8821" y="4666107"/>
            <a:ext cx="5531871" cy="3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600">
                <a:solidFill>
                  <a:srgbClr val="CB6CE6"/>
                </a:solidFill>
                <a:latin typeface="Courier Prime"/>
                <a:ea typeface="Courier Prime"/>
                <a:cs typeface="Courier Prime"/>
                <a:sym typeface="Courier Prime"/>
              </a:rPr>
              <a:t>Cables del panel frontal: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5541" y="7178421"/>
            <a:ext cx="3687914" cy="3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sz="2600">
                <a:solidFill>
                  <a:srgbClr val="03989E"/>
                </a:solidFill>
                <a:latin typeface="Courier Prime"/>
                <a:ea typeface="Courier Prime"/>
                <a:cs typeface="Courier Prime"/>
                <a:sym typeface="Courier Prime"/>
              </a:rPr>
              <a:t>Ventiladores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21196" y="2951125"/>
            <a:ext cx="6489989" cy="1389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6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Cable ATX 24 pines → placa base</a:t>
            </a:r>
          </a:p>
          <a:p>
            <a:pPr algn="just">
              <a:lnSpc>
                <a:spcPts val="2736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Cable CPU 8 pines → CPU_PWR</a:t>
            </a:r>
          </a:p>
          <a:p>
            <a:pPr algn="just">
              <a:lnSpc>
                <a:spcPts val="2736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PCIe → GPU</a:t>
            </a:r>
          </a:p>
          <a:p>
            <a:pPr algn="just">
              <a:lnSpc>
                <a:spcPts val="2736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SATA → discos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46016" y="5343144"/>
            <a:ext cx="6947659" cy="1463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Power SW, Reset SW, LED HDD → conectores F_PANEL</a:t>
            </a:r>
          </a:p>
          <a:p>
            <a:pPr algn="l">
              <a:lnSpc>
                <a:spcPts val="2904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USB 2.0 y 3.0 → headers de placa base</a:t>
            </a:r>
          </a:p>
          <a:p>
            <a:pPr algn="l">
              <a:lnSpc>
                <a:spcPts val="2904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HD Audio → conector AUDIO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46016" y="7855458"/>
            <a:ext cx="6947659" cy="1101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Conecta al chasis (CHA_FAN) o a controladora si hay RGB.HD Audio → conector AUDIO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2941" y="3350661"/>
            <a:ext cx="3665199" cy="5527439"/>
            <a:chOff x="0" y="0"/>
            <a:chExt cx="1330715" cy="2006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0715" cy="2006833"/>
            </a:xfrm>
            <a:custGeom>
              <a:avLst/>
              <a:gdLst/>
              <a:ahLst/>
              <a:cxnLst/>
              <a:rect l="l" t="t" r="r" b="b"/>
              <a:pathLst>
                <a:path w="1330715" h="2006833">
                  <a:moveTo>
                    <a:pt x="0" y="0"/>
                  </a:moveTo>
                  <a:lnTo>
                    <a:pt x="1330715" y="0"/>
                  </a:lnTo>
                  <a:lnTo>
                    <a:pt x="1330715" y="2006833"/>
                  </a:lnTo>
                  <a:lnTo>
                    <a:pt x="0" y="200683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70887" y="3350661"/>
            <a:ext cx="3665199" cy="5527439"/>
            <a:chOff x="0" y="0"/>
            <a:chExt cx="1330715" cy="20068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30715" cy="2006833"/>
            </a:xfrm>
            <a:custGeom>
              <a:avLst/>
              <a:gdLst/>
              <a:ahLst/>
              <a:cxnLst/>
              <a:rect l="l" t="t" r="r" b="b"/>
              <a:pathLst>
                <a:path w="1330715" h="2006833">
                  <a:moveTo>
                    <a:pt x="0" y="0"/>
                  </a:moveTo>
                  <a:lnTo>
                    <a:pt x="1330715" y="0"/>
                  </a:lnTo>
                  <a:lnTo>
                    <a:pt x="1330715" y="2006833"/>
                  </a:lnTo>
                  <a:lnTo>
                    <a:pt x="0" y="200683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51914" y="3350661"/>
            <a:ext cx="3665199" cy="5527439"/>
            <a:chOff x="0" y="0"/>
            <a:chExt cx="1330715" cy="20068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0715" cy="2006833"/>
            </a:xfrm>
            <a:custGeom>
              <a:avLst/>
              <a:gdLst/>
              <a:ahLst/>
              <a:cxnLst/>
              <a:rect l="l" t="t" r="r" b="b"/>
              <a:pathLst>
                <a:path w="1330715" h="2006833">
                  <a:moveTo>
                    <a:pt x="0" y="0"/>
                  </a:moveTo>
                  <a:lnTo>
                    <a:pt x="1330715" y="0"/>
                  </a:lnTo>
                  <a:lnTo>
                    <a:pt x="1330715" y="2006833"/>
                  </a:lnTo>
                  <a:lnTo>
                    <a:pt x="0" y="200683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89860" y="3350661"/>
            <a:ext cx="3665199" cy="5527439"/>
            <a:chOff x="0" y="0"/>
            <a:chExt cx="1330715" cy="20068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0715" cy="2006833"/>
            </a:xfrm>
            <a:custGeom>
              <a:avLst/>
              <a:gdLst/>
              <a:ahLst/>
              <a:cxnLst/>
              <a:rect l="l" t="t" r="r" b="b"/>
              <a:pathLst>
                <a:path w="1330715" h="2006833">
                  <a:moveTo>
                    <a:pt x="0" y="0"/>
                  </a:moveTo>
                  <a:lnTo>
                    <a:pt x="1330715" y="0"/>
                  </a:lnTo>
                  <a:lnTo>
                    <a:pt x="1330715" y="2006833"/>
                  </a:lnTo>
                  <a:lnTo>
                    <a:pt x="0" y="200683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90759" y="2608633"/>
            <a:ext cx="492833" cy="492833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12689" y="2608633"/>
            <a:ext cx="492833" cy="492833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31662" y="2608633"/>
            <a:ext cx="492833" cy="492833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450635" y="2608633"/>
            <a:ext cx="492833" cy="492833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2571319" y="2855589"/>
            <a:ext cx="11879317" cy="26048"/>
          </a:xfrm>
          <a:prstGeom prst="line">
            <a:avLst/>
          </a:prstGeom>
          <a:ln w="57150" cap="flat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9" name="Freeform 19"/>
          <p:cNvSpPr/>
          <p:nvPr/>
        </p:nvSpPr>
        <p:spPr>
          <a:xfrm>
            <a:off x="2078486" y="6376938"/>
            <a:ext cx="2968194" cy="2153434"/>
          </a:xfrm>
          <a:custGeom>
            <a:avLst/>
            <a:gdLst/>
            <a:ahLst/>
            <a:cxnLst/>
            <a:rect l="l" t="t" r="r" b="b"/>
            <a:pathLst>
              <a:path w="2968194" h="2153434">
                <a:moveTo>
                  <a:pt x="0" y="0"/>
                </a:moveTo>
                <a:lnTo>
                  <a:pt x="2968194" y="0"/>
                </a:lnTo>
                <a:lnTo>
                  <a:pt x="2968194" y="2153435"/>
                </a:lnTo>
                <a:lnTo>
                  <a:pt x="0" y="2153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93" r="-15384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0" name="Freeform 20"/>
          <p:cNvSpPr/>
          <p:nvPr/>
        </p:nvSpPr>
        <p:spPr>
          <a:xfrm>
            <a:off x="5773896" y="6870636"/>
            <a:ext cx="2970420" cy="1659737"/>
          </a:xfrm>
          <a:custGeom>
            <a:avLst/>
            <a:gdLst/>
            <a:ahLst/>
            <a:cxnLst/>
            <a:rect l="l" t="t" r="r" b="b"/>
            <a:pathLst>
              <a:path w="2970420" h="1659737">
                <a:moveTo>
                  <a:pt x="0" y="0"/>
                </a:moveTo>
                <a:lnTo>
                  <a:pt x="2970420" y="0"/>
                </a:lnTo>
                <a:lnTo>
                  <a:pt x="2970420" y="1659737"/>
                </a:lnTo>
                <a:lnTo>
                  <a:pt x="0" y="1659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75" t="-3302" r="-3075" b="-3669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1" name="Freeform 21"/>
          <p:cNvSpPr/>
          <p:nvPr/>
        </p:nvSpPr>
        <p:spPr>
          <a:xfrm>
            <a:off x="9417512" y="6491781"/>
            <a:ext cx="3171948" cy="1923749"/>
          </a:xfrm>
          <a:custGeom>
            <a:avLst/>
            <a:gdLst/>
            <a:ahLst/>
            <a:cxnLst/>
            <a:rect l="l" t="t" r="r" b="b"/>
            <a:pathLst>
              <a:path w="3171948" h="1923749">
                <a:moveTo>
                  <a:pt x="0" y="0"/>
                </a:moveTo>
                <a:lnTo>
                  <a:pt x="3171948" y="0"/>
                </a:lnTo>
                <a:lnTo>
                  <a:pt x="3171948" y="1923749"/>
                </a:lnTo>
                <a:lnTo>
                  <a:pt x="0" y="19237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9523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22" name="TextBox 22"/>
          <p:cNvSpPr txBox="1"/>
          <p:nvPr/>
        </p:nvSpPr>
        <p:spPr>
          <a:xfrm>
            <a:off x="2078486" y="4023972"/>
            <a:ext cx="2968194" cy="64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2"/>
              </a:lnSpc>
            </a:pPr>
            <a:r>
              <a:rPr lang="en-US" sz="4112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78486" y="4784317"/>
            <a:ext cx="2968194" cy="125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82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Conecta un USB booteable con Windows 10/11 o Linux (Ubuntu, Mint, etc.).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19389" y="4784317"/>
            <a:ext cx="2968194" cy="62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82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Instala el sistema en el SSD.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00417" y="4784317"/>
            <a:ext cx="2968194" cy="1569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82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Entra al BIOS y selecciona el USB como primer dispositivo de arranque.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38362" y="4784317"/>
            <a:ext cx="2968194" cy="314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82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 vez instalado, descarga e instala:</a:t>
            </a:r>
          </a:p>
          <a:p>
            <a:pPr marL="394614" lvl="1" indent="-197307" algn="l">
              <a:lnSpc>
                <a:spcPts val="2558"/>
              </a:lnSpc>
              <a:buFont typeface="Arial"/>
              <a:buChar char="•"/>
            </a:pPr>
            <a:r>
              <a:rPr lang="en-US" sz="182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Drivers del chipset, red y audio (desde el sitio del fabricante)</a:t>
            </a:r>
          </a:p>
          <a:p>
            <a:pPr marL="394614" lvl="1" indent="-197307" algn="l">
              <a:lnSpc>
                <a:spcPts val="2558"/>
              </a:lnSpc>
              <a:buFont typeface="Arial"/>
              <a:buChar char="•"/>
            </a:pPr>
            <a:r>
              <a:rPr lang="en-US" sz="182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Drivers de la GPU (NVIDIA/AMD)</a:t>
            </a:r>
          </a:p>
          <a:p>
            <a:pPr algn="l">
              <a:lnSpc>
                <a:spcPts val="2558"/>
              </a:lnSpc>
            </a:pPr>
            <a:endParaRPr lang="en-US" sz="1827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800417" y="4023972"/>
            <a:ext cx="2968194" cy="64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2"/>
              </a:lnSpc>
            </a:pPr>
            <a:r>
              <a:rPr lang="en-US" sz="4112">
                <a:solidFill>
                  <a:srgbClr val="CB6CE6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19389" y="4023972"/>
            <a:ext cx="2968194" cy="64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2"/>
              </a:lnSpc>
            </a:pPr>
            <a:r>
              <a:rPr lang="en-US" sz="4112">
                <a:solidFill>
                  <a:srgbClr val="03989E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38362" y="4023972"/>
            <a:ext cx="2968194" cy="64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2"/>
              </a:lnSpc>
            </a:pPr>
            <a:r>
              <a:rPr lang="en-US" sz="4112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587669" y="1284536"/>
            <a:ext cx="11109383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Instalación del Sistema Operativo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91625" y="-392062"/>
            <a:ext cx="0" cy="9650362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10010775" y="809625"/>
            <a:ext cx="7093109" cy="7093109"/>
          </a:xfrm>
          <a:custGeom>
            <a:avLst/>
            <a:gdLst/>
            <a:ahLst/>
            <a:cxnLst/>
            <a:rect l="l" t="t" r="r" b="b"/>
            <a:pathLst>
              <a:path w="7093109" h="7093109">
                <a:moveTo>
                  <a:pt x="0" y="0"/>
                </a:moveTo>
                <a:lnTo>
                  <a:pt x="7093109" y="0"/>
                </a:lnTo>
                <a:lnTo>
                  <a:pt x="7093109" y="7093109"/>
                </a:lnTo>
                <a:lnTo>
                  <a:pt x="0" y="7093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342036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Conclusión {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781376" y="901446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0111" y="2923413"/>
            <a:ext cx="6988679" cy="491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Montar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 PC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desde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cero no solo es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forma de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ahorrar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dinero,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sino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también de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conocer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a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cómo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tu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equipo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Siguiendo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pasos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adecuados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teniendo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paciencia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puedes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crear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ordenador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potente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limpio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optimizado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a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tu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medida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  <a:p>
            <a:pPr algn="l">
              <a:lnSpc>
                <a:spcPts val="3264"/>
              </a:lnSpc>
            </a:pPr>
            <a:endParaRPr lang="en-US" sz="2400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3264"/>
              </a:lnSpc>
            </a:pP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¡Ya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estás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listo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disfrutar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tu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nuevo PC de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gama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media con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tarjeta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gráfica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!</a:t>
            </a:r>
          </a:p>
          <a:p>
            <a:pPr algn="l">
              <a:lnSpc>
                <a:spcPts val="3264"/>
              </a:lnSpc>
            </a:pPr>
            <a:endParaRPr lang="en-US" sz="2400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15C798CAB94144871BC44DB14E9AD8" ma:contentTypeVersion="16" ma:contentTypeDescription="Crear nuevo documento." ma:contentTypeScope="" ma:versionID="641ef74a34b71d71d68edf8334c81a73">
  <xsd:schema xmlns:xsd="http://www.w3.org/2001/XMLSchema" xmlns:xs="http://www.w3.org/2001/XMLSchema" xmlns:p="http://schemas.microsoft.com/office/2006/metadata/properties" xmlns:ns3="11e853bd-36af-479c-a577-529bd9caa10f" xmlns:ns4="936fbd59-e1c1-44e6-a10d-ee6cb1501135" targetNamespace="http://schemas.microsoft.com/office/2006/metadata/properties" ma:root="true" ma:fieldsID="c1eb0cac78900b5685fc91f0dd809897" ns3:_="" ns4:_="">
    <xsd:import namespace="11e853bd-36af-479c-a577-529bd9caa10f"/>
    <xsd:import namespace="936fbd59-e1c1-44e6-a10d-ee6cb15011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e853bd-36af-479c-a577-529bd9caa1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6fbd59-e1c1-44e6-a10d-ee6cb150113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e853bd-36af-479c-a577-529bd9caa10f" xsi:nil="true"/>
  </documentManagement>
</p:properties>
</file>

<file path=customXml/itemProps1.xml><?xml version="1.0" encoding="utf-8"?>
<ds:datastoreItem xmlns:ds="http://schemas.openxmlformats.org/officeDocument/2006/customXml" ds:itemID="{C8776CA0-375C-4E39-A0CD-681A69C0F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D8A7C4-A01D-4873-BA1A-D29C28774C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e853bd-36af-479c-a577-529bd9caa10f"/>
    <ds:schemaRef ds:uri="936fbd59-e1c1-44e6-a10d-ee6cb15011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C862C7-7953-4BAA-AED7-2536E2A8D089}">
  <ds:schemaRefs>
    <ds:schemaRef ds:uri="http://schemas.openxmlformats.org/package/2006/metadata/core-properties"/>
    <ds:schemaRef ds:uri="936fbd59-e1c1-44e6-a10d-ee6cb1501135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11e853bd-36af-479c-a577-529bd9caa10f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864</Words>
  <Application>Microsoft Office PowerPoint</Application>
  <PresentationFormat>Personalizado</PresentationFormat>
  <Paragraphs>117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&lt;!--Grupo Nº 4--&gt;</dc:title>
  <cp:lastModifiedBy>BRAYAN STEVEN VALENCIA RIVERA</cp:lastModifiedBy>
  <cp:revision>10</cp:revision>
  <dcterms:created xsi:type="dcterms:W3CDTF">2006-08-16T00:00:00Z</dcterms:created>
  <dcterms:modified xsi:type="dcterms:W3CDTF">2026-05-07T06:26:23Z</dcterms:modified>
  <dc:identifier>DAGpSrF3udo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0x0101008F15C798CAB94144871BC44DB14E9AD8</vt:lpwstr>
  </property>
</Properties>
</file>